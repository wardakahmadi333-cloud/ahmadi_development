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 Bold" panose="020B0604020202020204" charset="0"/>
      <p:regular r:id="rId3"/>
    </p:embeddedFont>
    <p:embeddedFont>
      <p:font typeface="Telegraf Bold" panose="020B0604020202020204" charset="0"/>
      <p:regular r:id="rId4"/>
    </p:embeddedFont>
    <p:embeddedFont>
      <p:font typeface="Bahij Zar" panose="02040503050201020203" pitchFamily="18" charset="-78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Poppins Italics" panose="020B0604020202020204" charset="0"/>
      <p:regular r:id="rId10"/>
    </p:embeddedFont>
    <p:embeddedFont>
      <p:font typeface="Telegraf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152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18" Type="http://schemas.openxmlformats.org/officeDocument/2006/relationships/image" Target="../media/image12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hyperlink" Target="https://wardakahmadi333-cloud.github.io/ahmadi_development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image" Target="../media/image3.svg"/><Relationship Id="rId9" Type="http://schemas.openxmlformats.org/officeDocument/2006/relationships/image" Target="../media/image4.png"/><Relationship Id="rId1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7717" y="-466041"/>
            <a:ext cx="7795433" cy="2017370"/>
            <a:chOff x="0" y="0"/>
            <a:chExt cx="2793707" cy="7229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93707" cy="722980"/>
            </a:xfrm>
            <a:custGeom>
              <a:avLst/>
              <a:gdLst/>
              <a:ahLst/>
              <a:cxnLst/>
              <a:rect l="l" t="t" r="r" b="b"/>
              <a:pathLst>
                <a:path w="2793707" h="722980">
                  <a:moveTo>
                    <a:pt x="57602" y="0"/>
                  </a:moveTo>
                  <a:lnTo>
                    <a:pt x="2736105" y="0"/>
                  </a:lnTo>
                  <a:cubicBezTo>
                    <a:pt x="2751382" y="0"/>
                    <a:pt x="2766034" y="6069"/>
                    <a:pt x="2776836" y="16871"/>
                  </a:cubicBezTo>
                  <a:cubicBezTo>
                    <a:pt x="2787639" y="27674"/>
                    <a:pt x="2793707" y="42325"/>
                    <a:pt x="2793707" y="57602"/>
                  </a:cubicBezTo>
                  <a:lnTo>
                    <a:pt x="2793707" y="665378"/>
                  </a:lnTo>
                  <a:cubicBezTo>
                    <a:pt x="2793707" y="680655"/>
                    <a:pt x="2787639" y="695306"/>
                    <a:pt x="2776836" y="706109"/>
                  </a:cubicBezTo>
                  <a:cubicBezTo>
                    <a:pt x="2766034" y="716911"/>
                    <a:pt x="2751382" y="722980"/>
                    <a:pt x="2736105" y="722980"/>
                  </a:cubicBezTo>
                  <a:lnTo>
                    <a:pt x="57602" y="722980"/>
                  </a:lnTo>
                  <a:cubicBezTo>
                    <a:pt x="42325" y="722980"/>
                    <a:pt x="27674" y="716911"/>
                    <a:pt x="16871" y="706109"/>
                  </a:cubicBezTo>
                  <a:cubicBezTo>
                    <a:pt x="6069" y="695306"/>
                    <a:pt x="0" y="680655"/>
                    <a:pt x="0" y="665378"/>
                  </a:cubicBezTo>
                  <a:lnTo>
                    <a:pt x="0" y="57602"/>
                  </a:lnTo>
                  <a:cubicBezTo>
                    <a:pt x="0" y="42325"/>
                    <a:pt x="6069" y="27674"/>
                    <a:pt x="16871" y="16871"/>
                  </a:cubicBezTo>
                  <a:cubicBezTo>
                    <a:pt x="27674" y="6069"/>
                    <a:pt x="42325" y="0"/>
                    <a:pt x="57602" y="0"/>
                  </a:cubicBezTo>
                  <a:close/>
                </a:path>
              </a:pathLst>
            </a:custGeom>
            <a:solidFill>
              <a:srgbClr val="70452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93707" cy="75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4530019">
            <a:off x="546675" y="2630203"/>
            <a:ext cx="330024" cy="288771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20D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4530019">
            <a:off x="546675" y="4458643"/>
            <a:ext cx="330024" cy="288771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20D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4530019">
            <a:off x="546675" y="8685580"/>
            <a:ext cx="330024" cy="288771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20D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4530019">
            <a:off x="546675" y="7368607"/>
            <a:ext cx="330024" cy="288771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20D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5999" y="-1155934"/>
            <a:ext cx="2390893" cy="13605203"/>
            <a:chOff x="0" y="0"/>
            <a:chExt cx="670700" cy="39435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0700" cy="3943526"/>
            </a:xfrm>
            <a:custGeom>
              <a:avLst/>
              <a:gdLst/>
              <a:ahLst/>
              <a:cxnLst/>
              <a:rect l="l" t="t" r="r" b="b"/>
              <a:pathLst>
                <a:path w="670700" h="3943526">
                  <a:moveTo>
                    <a:pt x="0" y="0"/>
                  </a:moveTo>
                  <a:lnTo>
                    <a:pt x="670700" y="0"/>
                  </a:lnTo>
                  <a:lnTo>
                    <a:pt x="670700" y="3943526"/>
                  </a:lnTo>
                  <a:lnTo>
                    <a:pt x="0" y="3943526"/>
                  </a:lnTo>
                  <a:close/>
                </a:path>
              </a:pathLst>
            </a:custGeom>
            <a:gradFill rotWithShape="1">
              <a:gsLst>
                <a:gs pos="0">
                  <a:srgbClr val="996343">
                    <a:alpha val="100000"/>
                  </a:srgbClr>
                </a:gs>
                <a:gs pos="100000">
                  <a:srgbClr val="6D48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670700" cy="3972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0000" y="10194667"/>
            <a:ext cx="7908347" cy="2017370"/>
            <a:chOff x="0" y="0"/>
            <a:chExt cx="2834173" cy="7229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34173" cy="722980"/>
            </a:xfrm>
            <a:custGeom>
              <a:avLst/>
              <a:gdLst/>
              <a:ahLst/>
              <a:cxnLst/>
              <a:rect l="l" t="t" r="r" b="b"/>
              <a:pathLst>
                <a:path w="2834173" h="722980">
                  <a:moveTo>
                    <a:pt x="56779" y="0"/>
                  </a:moveTo>
                  <a:lnTo>
                    <a:pt x="2777393" y="0"/>
                  </a:lnTo>
                  <a:cubicBezTo>
                    <a:pt x="2792452" y="0"/>
                    <a:pt x="2806894" y="5982"/>
                    <a:pt x="2817543" y="16630"/>
                  </a:cubicBezTo>
                  <a:cubicBezTo>
                    <a:pt x="2828191" y="27279"/>
                    <a:pt x="2834173" y="41721"/>
                    <a:pt x="2834173" y="56779"/>
                  </a:cubicBezTo>
                  <a:lnTo>
                    <a:pt x="2834173" y="666200"/>
                  </a:lnTo>
                  <a:cubicBezTo>
                    <a:pt x="2834173" y="697559"/>
                    <a:pt x="2808752" y="722980"/>
                    <a:pt x="2777393" y="722980"/>
                  </a:cubicBezTo>
                  <a:lnTo>
                    <a:pt x="56779" y="722980"/>
                  </a:lnTo>
                  <a:cubicBezTo>
                    <a:pt x="25421" y="722980"/>
                    <a:pt x="0" y="697559"/>
                    <a:pt x="0" y="666200"/>
                  </a:cubicBezTo>
                  <a:lnTo>
                    <a:pt x="0" y="56779"/>
                  </a:lnTo>
                  <a:cubicBezTo>
                    <a:pt x="0" y="25421"/>
                    <a:pt x="25421" y="0"/>
                    <a:pt x="56779" y="0"/>
                  </a:cubicBezTo>
                  <a:close/>
                </a:path>
              </a:pathLst>
            </a:custGeom>
            <a:solidFill>
              <a:srgbClr val="70452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834173" cy="7515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3473189" y="2020310"/>
            <a:ext cx="157275" cy="185994"/>
          </a:xfrm>
          <a:custGeom>
            <a:avLst/>
            <a:gdLst/>
            <a:ahLst/>
            <a:cxnLst/>
            <a:rect l="l" t="t" r="r" b="b"/>
            <a:pathLst>
              <a:path w="157275" h="185994">
                <a:moveTo>
                  <a:pt x="0" y="0"/>
                </a:moveTo>
                <a:lnTo>
                  <a:pt x="157275" y="0"/>
                </a:lnTo>
                <a:lnTo>
                  <a:pt x="157275" y="185995"/>
                </a:lnTo>
                <a:lnTo>
                  <a:pt x="0" y="185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AutoShape 26"/>
          <p:cNvSpPr/>
          <p:nvPr/>
        </p:nvSpPr>
        <p:spPr>
          <a:xfrm>
            <a:off x="3381655" y="2282657"/>
            <a:ext cx="2419200" cy="0"/>
          </a:xfrm>
          <a:prstGeom prst="line">
            <a:avLst/>
          </a:prstGeom>
          <a:ln w="9525" cap="flat">
            <a:solidFill>
              <a:srgbClr val="C7AE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3414320" y="4175125"/>
            <a:ext cx="334843" cy="207603"/>
          </a:xfrm>
          <a:custGeom>
            <a:avLst/>
            <a:gdLst/>
            <a:ahLst/>
            <a:cxnLst/>
            <a:rect l="l" t="t" r="r" b="b"/>
            <a:pathLst>
              <a:path w="334843" h="207603">
                <a:moveTo>
                  <a:pt x="0" y="0"/>
                </a:moveTo>
                <a:lnTo>
                  <a:pt x="334843" y="0"/>
                </a:lnTo>
                <a:lnTo>
                  <a:pt x="334843" y="207603"/>
                </a:lnTo>
                <a:lnTo>
                  <a:pt x="0" y="207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AutoShape 28"/>
          <p:cNvSpPr/>
          <p:nvPr/>
        </p:nvSpPr>
        <p:spPr>
          <a:xfrm>
            <a:off x="3381655" y="4462580"/>
            <a:ext cx="2419200" cy="0"/>
          </a:xfrm>
          <a:prstGeom prst="line">
            <a:avLst/>
          </a:prstGeom>
          <a:ln w="9525" cap="flat">
            <a:solidFill>
              <a:srgbClr val="C7AE9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Freeform 29"/>
          <p:cNvSpPr/>
          <p:nvPr/>
        </p:nvSpPr>
        <p:spPr>
          <a:xfrm>
            <a:off x="3414320" y="6483751"/>
            <a:ext cx="275013" cy="220011"/>
          </a:xfrm>
          <a:custGeom>
            <a:avLst/>
            <a:gdLst/>
            <a:ahLst/>
            <a:cxnLst/>
            <a:rect l="l" t="t" r="r" b="b"/>
            <a:pathLst>
              <a:path w="275013" h="220011">
                <a:moveTo>
                  <a:pt x="0" y="0"/>
                </a:moveTo>
                <a:lnTo>
                  <a:pt x="275013" y="0"/>
                </a:lnTo>
                <a:lnTo>
                  <a:pt x="275013" y="220011"/>
                </a:lnTo>
                <a:lnTo>
                  <a:pt x="0" y="2200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AutoShape 30"/>
          <p:cNvSpPr/>
          <p:nvPr/>
        </p:nvSpPr>
        <p:spPr>
          <a:xfrm>
            <a:off x="3381655" y="6794500"/>
            <a:ext cx="2419200" cy="0"/>
          </a:xfrm>
          <a:prstGeom prst="line">
            <a:avLst/>
          </a:prstGeom>
          <a:ln w="9525" cap="flat">
            <a:solidFill>
              <a:srgbClr val="C7AE9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3374720" y="7017603"/>
            <a:ext cx="94771" cy="947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52B1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32913" y="725325"/>
            <a:ext cx="470617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 smtClean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Ahmadullah Ahmadi</a:t>
            </a:r>
            <a:endParaRPr lang="en-US" sz="2499" b="1" dirty="0">
              <a:solidFill>
                <a:srgbClr val="FEFEFE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560913" y="1155025"/>
            <a:ext cx="4706174" cy="25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i="1" dirty="0" smtClean="0">
                <a:solidFill>
                  <a:srgbClr val="FEFEF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Full </a:t>
            </a:r>
            <a:r>
              <a:rPr lang="en-IN" sz="1500" i="1" dirty="0">
                <a:solidFill>
                  <a:srgbClr val="FEFEF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</a:t>
            </a:r>
            <a:r>
              <a:rPr lang="en-IN" sz="1500" i="1" dirty="0" smtClean="0">
                <a:solidFill>
                  <a:srgbClr val="FEFEF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tack Web Developer </a:t>
            </a:r>
            <a:endParaRPr lang="en-US" sz="1500" i="1" dirty="0">
              <a:solidFill>
                <a:srgbClr val="FEFEFE"/>
              </a:solidFill>
              <a:latin typeface="Poppins Italics"/>
              <a:ea typeface="Poppins Italics"/>
              <a:cs typeface="Poppins Italics"/>
              <a:sym typeface="Poppins Itali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381655" y="2337035"/>
            <a:ext cx="342928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GB" sz="1400" dirty="0">
                <a:cs typeface="Bahij Zar" panose="02040503050201020203" pitchFamily="18" charset="-78"/>
              </a:rPr>
              <a:t>I'm a Full Stack Web Developer based in Kabul, Afghanistan. I build modern, responsive, and user-friendly websites and web applications using modern web technologies. My focus is on creating clean, functional, and practical digital solutions that solve real problems</a:t>
            </a:r>
            <a:r>
              <a:rPr lang="en-GB" sz="1400" dirty="0" smtClean="0">
                <a:cs typeface="Bahij Zar" panose="02040503050201020203" pitchFamily="18" charset="-78"/>
              </a:rPr>
              <a:t>.</a:t>
            </a:r>
            <a:endParaRPr lang="en-US" sz="1050" dirty="0">
              <a:solidFill>
                <a:srgbClr val="552B12"/>
              </a:solidFill>
              <a:ea typeface="Telegraf"/>
              <a:cs typeface="Bahij Zar" panose="02040503050201020203" pitchFamily="18" charset="-78"/>
              <a:sym typeface="Telegraf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780000" y="1972685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552B12"/>
                </a:solidFill>
                <a:latin typeface="Poppins Bold"/>
                <a:ea typeface="Poppins Bold"/>
                <a:cs typeface="Poppins Bold"/>
                <a:sym typeface="Poppins Bold"/>
              </a:rPr>
              <a:t>ABOUT ME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81655" y="4591168"/>
            <a:ext cx="1244310" cy="418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2024 – </a:t>
            </a:r>
            <a:r>
              <a:rPr lang="en-IN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Continues 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625965" y="4591168"/>
            <a:ext cx="247819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IN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Shaikh Zayed</a:t>
            </a:r>
            <a:r>
              <a:rPr lang="en-US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1200" b="1" dirty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University</a:t>
            </a:r>
          </a:p>
          <a:p>
            <a:pPr algn="l">
              <a:lnSpc>
                <a:spcPts val="1679"/>
              </a:lnSpc>
            </a:pP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Bachelor in </a:t>
            </a:r>
            <a:r>
              <a:rPr lang="en-IN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Computer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IN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Since</a:t>
            </a:r>
            <a:r>
              <a:rPr lang="en-US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3780000" y="4127500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552B12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780000" y="6472126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dirty="0">
                <a:solidFill>
                  <a:srgbClr val="552B12"/>
                </a:solidFill>
                <a:latin typeface="Poppins Bold"/>
                <a:ea typeface="Poppins Bold"/>
                <a:cs typeface="Poppins Bold"/>
                <a:sym typeface="Poppins Bold"/>
              </a:rPr>
              <a:t>WORK EXPERIENCE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581742" y="6927828"/>
            <a:ext cx="2129959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Freelance / Personal Project</a:t>
            </a:r>
          </a:p>
          <a:p>
            <a:pPr algn="l">
              <a:lnSpc>
                <a:spcPts val="1679"/>
              </a:lnSpc>
            </a:pPr>
            <a:r>
              <a:rPr lang="en-IN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Fronted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 Web Developer </a:t>
            </a:r>
            <a:endParaRPr lang="en-US" sz="1200" dirty="0">
              <a:solidFill>
                <a:srgbClr val="552B12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5819036" y="6937353"/>
            <a:ext cx="1159614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2025 – </a:t>
            </a:r>
            <a:r>
              <a:rPr lang="en-IN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Present </a:t>
            </a:r>
            <a:endParaRPr lang="en-US" sz="1200" dirty="0">
              <a:solidFill>
                <a:srgbClr val="552B12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3581742" y="7468849"/>
            <a:ext cx="3222258" cy="260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Developed responsive websites using HTML, CSS, JavaScript, Tailwind CSS, and Bootstrap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. Built </a:t>
            </a: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reusable UI components and responsive layouts for desktop and mobile devices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. Implemented </a:t>
            </a: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interactive features using JavaScript and DOM manipulation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. Integrated </a:t>
            </a: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frontend applications with REST APIs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. Used </a:t>
            </a: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Git and GitHub for version control and project management</a:t>
            </a:r>
            <a:r>
              <a:rPr lang="en-US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. Currently </a:t>
            </a:r>
            <a:r>
              <a:rPr lang="en-US" sz="1200" dirty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developing Lecwal, a web-based platform focused on Pashto-language digital creation and content tools.</a:t>
            </a:r>
            <a:endParaRPr lang="en-US" sz="1200" dirty="0">
              <a:solidFill>
                <a:srgbClr val="552B12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566585" y="2451461"/>
            <a:ext cx="2118744" cy="323128"/>
            <a:chOff x="0" y="0"/>
            <a:chExt cx="759310" cy="11580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59310" cy="115802"/>
            </a:xfrm>
            <a:custGeom>
              <a:avLst/>
              <a:gdLst/>
              <a:ahLst/>
              <a:cxnLst/>
              <a:rect l="l" t="t" r="r" b="b"/>
              <a:pathLst>
                <a:path w="759310" h="115802">
                  <a:moveTo>
                    <a:pt x="21924" y="0"/>
                  </a:moveTo>
                  <a:lnTo>
                    <a:pt x="737386" y="0"/>
                  </a:lnTo>
                  <a:cubicBezTo>
                    <a:pt x="749494" y="0"/>
                    <a:pt x="759310" y="9816"/>
                    <a:pt x="759310" y="21924"/>
                  </a:cubicBezTo>
                  <a:lnTo>
                    <a:pt x="759310" y="93878"/>
                  </a:lnTo>
                  <a:cubicBezTo>
                    <a:pt x="759310" y="99692"/>
                    <a:pt x="757000" y="105269"/>
                    <a:pt x="752889" y="109380"/>
                  </a:cubicBezTo>
                  <a:cubicBezTo>
                    <a:pt x="748777" y="113492"/>
                    <a:pt x="743201" y="115802"/>
                    <a:pt x="737386" y="115802"/>
                  </a:cubicBezTo>
                  <a:lnTo>
                    <a:pt x="21924" y="115802"/>
                  </a:lnTo>
                  <a:cubicBezTo>
                    <a:pt x="9816" y="115802"/>
                    <a:pt x="0" y="105986"/>
                    <a:pt x="0" y="93878"/>
                  </a:cubicBezTo>
                  <a:lnTo>
                    <a:pt x="0" y="21924"/>
                  </a:lnTo>
                  <a:cubicBezTo>
                    <a:pt x="0" y="9816"/>
                    <a:pt x="9816" y="0"/>
                    <a:pt x="21924" y="0"/>
                  </a:cubicBezTo>
                  <a:close/>
                </a:path>
              </a:pathLst>
            </a:custGeom>
            <a:solidFill>
              <a:srgbClr val="70452B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759310" cy="153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802637" y="2451100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id="62" name="Freeform 62"/>
          <p:cNvSpPr/>
          <p:nvPr/>
        </p:nvSpPr>
        <p:spPr>
          <a:xfrm>
            <a:off x="915601" y="2861945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70" h="179070">
                <a:moveTo>
                  <a:pt x="0" y="0"/>
                </a:moveTo>
                <a:lnTo>
                  <a:pt x="179070" y="0"/>
                </a:lnTo>
                <a:lnTo>
                  <a:pt x="179070" y="179070"/>
                </a:lnTo>
                <a:lnTo>
                  <a:pt x="0" y="17907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915601" y="3126545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70" h="179070">
                <a:moveTo>
                  <a:pt x="0" y="0"/>
                </a:moveTo>
                <a:lnTo>
                  <a:pt x="179070" y="0"/>
                </a:lnTo>
                <a:lnTo>
                  <a:pt x="179070" y="179070"/>
                </a:lnTo>
                <a:lnTo>
                  <a:pt x="0" y="17907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933668" y="407517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79070" h="179070">
                <a:moveTo>
                  <a:pt x="0" y="0"/>
                </a:moveTo>
                <a:lnTo>
                  <a:pt x="179070" y="0"/>
                </a:lnTo>
                <a:lnTo>
                  <a:pt x="179070" y="179070"/>
                </a:lnTo>
                <a:lnTo>
                  <a:pt x="0" y="17907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65" name="TextBox 65"/>
          <p:cNvSpPr txBox="1"/>
          <p:nvPr/>
        </p:nvSpPr>
        <p:spPr>
          <a:xfrm>
            <a:off x="1159849" y="2832100"/>
            <a:ext cx="1401063" cy="179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9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+</a:t>
            </a:r>
            <a:r>
              <a:rPr lang="en-US" sz="9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93(0)778266657</a:t>
            </a:r>
            <a:endParaRPr lang="en-US" sz="9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159850" y="3104955"/>
            <a:ext cx="2081976" cy="17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8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wardak.ahmadi333@gmail.com</a:t>
            </a:r>
            <a:endParaRPr lang="en-US" sz="8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59850" y="4051300"/>
            <a:ext cx="2081976" cy="1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9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Kabul, </a:t>
            </a:r>
            <a:r>
              <a:rPr lang="en-IN" sz="9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Afghanistan </a:t>
            </a:r>
            <a:endParaRPr lang="en-US" sz="9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68" name="Group 68"/>
          <p:cNvGrpSpPr/>
          <p:nvPr/>
        </p:nvGrpSpPr>
        <p:grpSpPr>
          <a:xfrm>
            <a:off x="566585" y="4279900"/>
            <a:ext cx="2118744" cy="323128"/>
            <a:chOff x="0" y="0"/>
            <a:chExt cx="759310" cy="115802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59310" cy="115802"/>
            </a:xfrm>
            <a:custGeom>
              <a:avLst/>
              <a:gdLst/>
              <a:ahLst/>
              <a:cxnLst/>
              <a:rect l="l" t="t" r="r" b="b"/>
              <a:pathLst>
                <a:path w="759310" h="115802">
                  <a:moveTo>
                    <a:pt x="21924" y="0"/>
                  </a:moveTo>
                  <a:lnTo>
                    <a:pt x="737386" y="0"/>
                  </a:lnTo>
                  <a:cubicBezTo>
                    <a:pt x="749494" y="0"/>
                    <a:pt x="759310" y="9816"/>
                    <a:pt x="759310" y="21924"/>
                  </a:cubicBezTo>
                  <a:lnTo>
                    <a:pt x="759310" y="93878"/>
                  </a:lnTo>
                  <a:cubicBezTo>
                    <a:pt x="759310" y="99692"/>
                    <a:pt x="757000" y="105269"/>
                    <a:pt x="752889" y="109380"/>
                  </a:cubicBezTo>
                  <a:cubicBezTo>
                    <a:pt x="748777" y="113492"/>
                    <a:pt x="743201" y="115802"/>
                    <a:pt x="737386" y="115802"/>
                  </a:cubicBezTo>
                  <a:lnTo>
                    <a:pt x="21924" y="115802"/>
                  </a:lnTo>
                  <a:cubicBezTo>
                    <a:pt x="9816" y="115802"/>
                    <a:pt x="0" y="105986"/>
                    <a:pt x="0" y="93878"/>
                  </a:cubicBezTo>
                  <a:lnTo>
                    <a:pt x="0" y="21924"/>
                  </a:lnTo>
                  <a:cubicBezTo>
                    <a:pt x="0" y="9816"/>
                    <a:pt x="9816" y="0"/>
                    <a:pt x="21924" y="0"/>
                  </a:cubicBezTo>
                  <a:close/>
                </a:path>
              </a:pathLst>
            </a:custGeom>
            <a:solidFill>
              <a:srgbClr val="70452B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759310" cy="153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60211" y="4285963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SKILLS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4491" y="4584700"/>
            <a:ext cx="2483079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HTML5</a:t>
            </a:r>
            <a:endParaRPr lang="en-US" sz="1200" dirty="0" smtClean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CSS3 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IN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JavaScript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IN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Tailwind CSS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IN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Bootstrap 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IN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Responsive Design 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IN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RESET APIs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React.js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Node.js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MongoDB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SQL</a:t>
            </a:r>
          </a:p>
          <a:p>
            <a:pPr marL="259080" lvl="1" indent="-129540" algn="l">
              <a:lnSpc>
                <a:spcPts val="1679"/>
              </a:lnSpc>
              <a:buFont typeface="Arial"/>
              <a:buChar char="•"/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Git &amp; GitHub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73" name="Group 73"/>
          <p:cNvGrpSpPr/>
          <p:nvPr/>
        </p:nvGrpSpPr>
        <p:grpSpPr>
          <a:xfrm>
            <a:off x="566585" y="7189864"/>
            <a:ext cx="2118744" cy="323128"/>
            <a:chOff x="0" y="0"/>
            <a:chExt cx="759310" cy="11580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59310" cy="115802"/>
            </a:xfrm>
            <a:custGeom>
              <a:avLst/>
              <a:gdLst/>
              <a:ahLst/>
              <a:cxnLst/>
              <a:rect l="l" t="t" r="r" b="b"/>
              <a:pathLst>
                <a:path w="759310" h="115802">
                  <a:moveTo>
                    <a:pt x="21924" y="0"/>
                  </a:moveTo>
                  <a:lnTo>
                    <a:pt x="737386" y="0"/>
                  </a:lnTo>
                  <a:cubicBezTo>
                    <a:pt x="749494" y="0"/>
                    <a:pt x="759310" y="9816"/>
                    <a:pt x="759310" y="21924"/>
                  </a:cubicBezTo>
                  <a:lnTo>
                    <a:pt x="759310" y="93878"/>
                  </a:lnTo>
                  <a:cubicBezTo>
                    <a:pt x="759310" y="99692"/>
                    <a:pt x="757000" y="105269"/>
                    <a:pt x="752889" y="109380"/>
                  </a:cubicBezTo>
                  <a:cubicBezTo>
                    <a:pt x="748777" y="113492"/>
                    <a:pt x="743201" y="115802"/>
                    <a:pt x="737386" y="115802"/>
                  </a:cubicBezTo>
                  <a:lnTo>
                    <a:pt x="21924" y="115802"/>
                  </a:lnTo>
                  <a:cubicBezTo>
                    <a:pt x="9816" y="115802"/>
                    <a:pt x="0" y="105986"/>
                    <a:pt x="0" y="93878"/>
                  </a:cubicBezTo>
                  <a:lnTo>
                    <a:pt x="0" y="21924"/>
                  </a:lnTo>
                  <a:cubicBezTo>
                    <a:pt x="0" y="9816"/>
                    <a:pt x="9816" y="0"/>
                    <a:pt x="21924" y="0"/>
                  </a:cubicBezTo>
                  <a:close/>
                </a:path>
              </a:pathLst>
            </a:custGeom>
            <a:solidFill>
              <a:srgbClr val="70452B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759310" cy="153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760211" y="7189504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15601" y="7647972"/>
            <a:ext cx="108341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Pashto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915601" y="8099280"/>
            <a:ext cx="108341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IN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English 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36840" y="8089900"/>
            <a:ext cx="913436" cy="274030"/>
          </a:xfrm>
          <a:prstGeom prst="rect">
            <a:avLst/>
          </a:prstGeom>
        </p:spPr>
      </p:pic>
      <p:sp>
        <p:nvSpPr>
          <p:cNvPr id="81" name="TextBox 81"/>
          <p:cNvSpPr txBox="1"/>
          <p:nvPr/>
        </p:nvSpPr>
        <p:spPr>
          <a:xfrm>
            <a:off x="915601" y="7901515"/>
            <a:ext cx="108341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dirty="0" smtClean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Dari</a:t>
            </a:r>
            <a:endParaRPr lang="en-US" sz="12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8012" y="7892070"/>
            <a:ext cx="913436" cy="274030"/>
          </a:xfrm>
          <a:prstGeom prst="rect">
            <a:avLst/>
          </a:prstGeom>
        </p:spPr>
      </p:pic>
      <p:grpSp>
        <p:nvGrpSpPr>
          <p:cNvPr id="83" name="Group 83"/>
          <p:cNvGrpSpPr/>
          <p:nvPr/>
        </p:nvGrpSpPr>
        <p:grpSpPr>
          <a:xfrm>
            <a:off x="566585" y="8506837"/>
            <a:ext cx="2118744" cy="323128"/>
            <a:chOff x="0" y="0"/>
            <a:chExt cx="759310" cy="11580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59310" cy="115802"/>
            </a:xfrm>
            <a:custGeom>
              <a:avLst/>
              <a:gdLst/>
              <a:ahLst/>
              <a:cxnLst/>
              <a:rect l="l" t="t" r="r" b="b"/>
              <a:pathLst>
                <a:path w="759310" h="115802">
                  <a:moveTo>
                    <a:pt x="21924" y="0"/>
                  </a:moveTo>
                  <a:lnTo>
                    <a:pt x="737386" y="0"/>
                  </a:lnTo>
                  <a:cubicBezTo>
                    <a:pt x="749494" y="0"/>
                    <a:pt x="759310" y="9816"/>
                    <a:pt x="759310" y="21924"/>
                  </a:cubicBezTo>
                  <a:lnTo>
                    <a:pt x="759310" y="93878"/>
                  </a:lnTo>
                  <a:cubicBezTo>
                    <a:pt x="759310" y="99692"/>
                    <a:pt x="757000" y="105269"/>
                    <a:pt x="752889" y="109380"/>
                  </a:cubicBezTo>
                  <a:cubicBezTo>
                    <a:pt x="748777" y="113492"/>
                    <a:pt x="743201" y="115802"/>
                    <a:pt x="737386" y="115802"/>
                  </a:cubicBezTo>
                  <a:lnTo>
                    <a:pt x="21924" y="115802"/>
                  </a:lnTo>
                  <a:cubicBezTo>
                    <a:pt x="9816" y="115802"/>
                    <a:pt x="0" y="105986"/>
                    <a:pt x="0" y="93878"/>
                  </a:cubicBezTo>
                  <a:lnTo>
                    <a:pt x="0" y="21924"/>
                  </a:lnTo>
                  <a:cubicBezTo>
                    <a:pt x="0" y="9816"/>
                    <a:pt x="9816" y="0"/>
                    <a:pt x="21924" y="0"/>
                  </a:cubicBezTo>
                  <a:close/>
                </a:path>
              </a:pathLst>
            </a:custGeom>
            <a:solidFill>
              <a:srgbClr val="70452B"/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759310" cy="153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796211" y="8506837"/>
            <a:ext cx="18826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 dirty="0">
                <a:solidFill>
                  <a:srgbClr val="FEFEFE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892788" y="9001898"/>
            <a:ext cx="1857488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IN" sz="1200" b="1" dirty="0" smtClean="0">
                <a:solidFill>
                  <a:srgbClr val="FEFEFE"/>
                </a:solidFill>
                <a:latin typeface="Telegraf Bold"/>
                <a:ea typeface="Telegraf Bold"/>
                <a:cs typeface="Telegraf Bold"/>
                <a:sym typeface="Telegraf Bold"/>
              </a:rPr>
              <a:t>Available upon request </a:t>
            </a:r>
            <a:endParaRPr lang="en-US" sz="1200" b="1" dirty="0">
              <a:solidFill>
                <a:srgbClr val="FEFEFE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pic>
        <p:nvPicPr>
          <p:cNvPr id="90" name="Picture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8012" y="7636890"/>
            <a:ext cx="913436" cy="274030"/>
          </a:xfrm>
          <a:prstGeom prst="rect">
            <a:avLst/>
          </a:prstGeom>
        </p:spPr>
      </p:pic>
      <p:sp>
        <p:nvSpPr>
          <p:cNvPr id="92" name="Oval 91"/>
          <p:cNvSpPr/>
          <p:nvPr/>
        </p:nvSpPr>
        <p:spPr>
          <a:xfrm>
            <a:off x="991850" y="241300"/>
            <a:ext cx="1872000" cy="2016000"/>
          </a:xfrm>
          <a:prstGeom prst="ellipse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TextBox 44"/>
          <p:cNvSpPr txBox="1"/>
          <p:nvPr/>
        </p:nvSpPr>
        <p:spPr>
          <a:xfrm>
            <a:off x="3381655" y="5093153"/>
            <a:ext cx="1244310" cy="204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  <a:r>
              <a:rPr lang="en-IN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95" name="TextBox 45"/>
          <p:cNvSpPr txBox="1"/>
          <p:nvPr/>
        </p:nvSpPr>
        <p:spPr>
          <a:xfrm>
            <a:off x="4625965" y="5093153"/>
            <a:ext cx="247819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IN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HP Foundation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l">
              <a:lnSpc>
                <a:spcPts val="1679"/>
              </a:lnSpc>
            </a:pPr>
            <a:r>
              <a:rPr lang="en-IN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Effective Business Websites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96" name="TextBox 44"/>
          <p:cNvSpPr txBox="1"/>
          <p:nvPr/>
        </p:nvSpPr>
        <p:spPr>
          <a:xfrm>
            <a:off x="3381655" y="5624649"/>
            <a:ext cx="1244310" cy="204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2026</a:t>
            </a:r>
            <a:r>
              <a:rPr lang="en-IN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97" name="TextBox 45"/>
          <p:cNvSpPr txBox="1"/>
          <p:nvPr/>
        </p:nvSpPr>
        <p:spPr>
          <a:xfrm>
            <a:off x="4625965" y="5624649"/>
            <a:ext cx="2478191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IN" sz="1200" b="1" dirty="0" smtClean="0">
                <a:solidFill>
                  <a:srgbClr val="552B12"/>
                </a:solidFill>
                <a:latin typeface="Telegraf Bold"/>
                <a:ea typeface="Telegraf Bold"/>
                <a:cs typeface="Telegraf Bold"/>
                <a:sym typeface="Telegraf Bold"/>
              </a:rPr>
              <a:t>Code to Inspire 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l">
              <a:lnSpc>
                <a:spcPts val="1679"/>
              </a:lnSpc>
            </a:pPr>
            <a:r>
              <a:rPr lang="en-IN" sz="1200" dirty="0" smtClean="0">
                <a:solidFill>
                  <a:srgbClr val="552B12"/>
                </a:solidFill>
                <a:latin typeface="Telegraf"/>
                <a:ea typeface="Telegraf"/>
                <a:cs typeface="Telegraf"/>
                <a:sym typeface="Telegraf"/>
              </a:rPr>
              <a:t>Web Dev Essential </a:t>
            </a:r>
            <a:endParaRPr lang="en-US" sz="1200" b="1" dirty="0">
              <a:solidFill>
                <a:srgbClr val="552B12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98" name="Freeform 63"/>
          <p:cNvSpPr/>
          <p:nvPr/>
        </p:nvSpPr>
        <p:spPr>
          <a:xfrm>
            <a:off x="933668" y="3365293"/>
            <a:ext cx="144000" cy="179070"/>
          </a:xfrm>
          <a:custGeom>
            <a:avLst/>
            <a:gdLst/>
            <a:ahLst/>
            <a:cxnLst/>
            <a:rect l="l" t="t" r="r" b="b"/>
            <a:pathLst>
              <a:path w="179070" h="179070">
                <a:moveTo>
                  <a:pt x="0" y="0"/>
                </a:moveTo>
                <a:lnTo>
                  <a:pt x="179070" y="0"/>
                </a:lnTo>
                <a:lnTo>
                  <a:pt x="179070" y="179070"/>
                </a:lnTo>
                <a:lnTo>
                  <a:pt x="0" y="17907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99" name="TextBox 66"/>
          <p:cNvSpPr txBox="1"/>
          <p:nvPr/>
        </p:nvSpPr>
        <p:spPr>
          <a:xfrm>
            <a:off x="1159850" y="3345556"/>
            <a:ext cx="2081976" cy="164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IN" sz="580" u="sng" dirty="0">
                <a:solidFill>
                  <a:schemeClr val="bg1"/>
                </a:solidFill>
                <a:hlinkClick r:id="rId16"/>
              </a:rPr>
              <a:t>https://wardakahmadi333-cloud.github.io/ahmadi_development/</a:t>
            </a:r>
            <a:endParaRPr lang="en-US" sz="580" dirty="0">
              <a:solidFill>
                <a:schemeClr val="bg1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0" name="Freeform 63"/>
          <p:cNvSpPr/>
          <p:nvPr/>
        </p:nvSpPr>
        <p:spPr>
          <a:xfrm>
            <a:off x="915601" y="3596396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70" h="179070">
                <a:moveTo>
                  <a:pt x="0" y="0"/>
                </a:moveTo>
                <a:lnTo>
                  <a:pt x="179070" y="0"/>
                </a:lnTo>
                <a:lnTo>
                  <a:pt x="179070" y="179070"/>
                </a:lnTo>
                <a:lnTo>
                  <a:pt x="0" y="17907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101" name="TextBox 66"/>
          <p:cNvSpPr txBox="1"/>
          <p:nvPr/>
        </p:nvSpPr>
        <p:spPr>
          <a:xfrm>
            <a:off x="1159848" y="3574806"/>
            <a:ext cx="2176457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IN" sz="600" dirty="0">
                <a:solidFill>
                  <a:schemeClr val="bg1"/>
                </a:solidFill>
              </a:rPr>
              <a:t>https://www.linkedin.com/in/ahmadullah-ahmadi-3311b3401</a:t>
            </a:r>
            <a:r>
              <a:rPr lang="en-IN" sz="600" dirty="0" smtClean="0">
                <a:solidFill>
                  <a:schemeClr val="bg1"/>
                </a:solidFill>
              </a:rPr>
              <a:t>/</a:t>
            </a:r>
            <a:endParaRPr lang="en-IN" sz="600" dirty="0">
              <a:solidFill>
                <a:schemeClr val="bg1"/>
              </a:solidFill>
            </a:endParaRPr>
          </a:p>
          <a:p>
            <a:pPr algn="l">
              <a:lnSpc>
                <a:spcPts val="1540"/>
              </a:lnSpc>
            </a:pPr>
            <a:endParaRPr lang="en-US" sz="1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103" name="Freeform 63"/>
          <p:cNvSpPr/>
          <p:nvPr/>
        </p:nvSpPr>
        <p:spPr>
          <a:xfrm>
            <a:off x="915601" y="3842796"/>
            <a:ext cx="179070" cy="179070"/>
          </a:xfrm>
          <a:custGeom>
            <a:avLst/>
            <a:gdLst/>
            <a:ahLst/>
            <a:cxnLst/>
            <a:rect l="l" t="t" r="r" b="b"/>
            <a:pathLst>
              <a:path w="179070" h="179070">
                <a:moveTo>
                  <a:pt x="0" y="0"/>
                </a:moveTo>
                <a:lnTo>
                  <a:pt x="179070" y="0"/>
                </a:lnTo>
                <a:lnTo>
                  <a:pt x="179070" y="179070"/>
                </a:lnTo>
                <a:lnTo>
                  <a:pt x="0" y="17907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104" name="TextBox 66"/>
          <p:cNvSpPr txBox="1"/>
          <p:nvPr/>
        </p:nvSpPr>
        <p:spPr>
          <a:xfrm>
            <a:off x="1159850" y="3821206"/>
            <a:ext cx="2081976" cy="1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US" sz="700" dirty="0">
                <a:solidFill>
                  <a:srgbClr val="FEFEFE"/>
                </a:solidFill>
                <a:latin typeface="Telegraf"/>
                <a:ea typeface="Telegraf"/>
                <a:cs typeface="Telegraf"/>
                <a:sym typeface="Telegraf"/>
              </a:rPr>
              <a:t>https://github.com/wardakahmadi333-cloud</a:t>
            </a:r>
            <a:endParaRPr lang="en-US" sz="700" dirty="0">
              <a:solidFill>
                <a:srgbClr val="FEFEFE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207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Poppins Bold</vt:lpstr>
      <vt:lpstr>Telegraf Bold</vt:lpstr>
      <vt:lpstr>Arial</vt:lpstr>
      <vt:lpstr>Bahij Zar</vt:lpstr>
      <vt:lpstr>Calibri</vt:lpstr>
      <vt:lpstr>Poppins Italics</vt:lpstr>
      <vt:lpstr>Telegraf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Minimalist Professional CV Resume A4</dc:title>
  <dc:creator>Ahmadullah ahmadi</dc:creator>
  <cp:lastModifiedBy>Ahmadullah ahmadi</cp:lastModifiedBy>
  <cp:revision>9</cp:revision>
  <dcterms:created xsi:type="dcterms:W3CDTF">2006-08-16T00:00:00Z</dcterms:created>
  <dcterms:modified xsi:type="dcterms:W3CDTF">2026-09-24T12:56:30Z</dcterms:modified>
  <dc:identifier>DAHWGoomS6c</dc:identifier>
</cp:coreProperties>
</file>